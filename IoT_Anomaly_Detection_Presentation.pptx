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IoT Anomaly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Real-Time Streaming Pipeline for Industrial Sensor Monitoring</a:t>
            </a:r>
            <a:br/>
            <a:br/>
            <a:r>
              <a:t>Team: Vlad, Mihai, Darius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Challenge: Industrial facilities generate continuous streams of sensor data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Equipment failures can be costly and dangerous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Manual monitoring is impractical at scale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Traditional threshold-based alerts miss complex patterns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Our Solution: Automated anomaly detection using machine learning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Real-time processing for immediate alerts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Historical analysis for pattern discovery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Scalable architecture for growing sensor networks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Use Case: Manufacturing equipment monitoring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Temperature sensors: Detect overheating machinery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Vibration sensors: Identify mechanical wear/failures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828800" cy="91440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IoT Sensors</a:t>
            </a:r>
            <a:br/>
            <a:r>
              <a:t>(Synthetic Data)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828800"/>
            <a:ext cx="2011680" cy="91440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Apache Kafka</a:t>
            </a:r>
            <a:br/>
            <a:r>
              <a:t>(Message Broker)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28800"/>
            <a:ext cx="2011680" cy="914400"/>
          </a:xfrm>
          <a:prstGeom prst="round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Detector Service</a:t>
            </a:r>
            <a:br/>
            <a:r>
              <a:t>(Isolation Forest)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645920"/>
            <a:ext cx="2011680" cy="82296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Kafka Topics</a:t>
            </a:r>
            <a:br/>
            <a:r>
              <a:t>(sensors.anomalies)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743200"/>
            <a:ext cx="2011680" cy="822960"/>
          </a:xfrm>
          <a:prstGeom prst="roundRect">
            <a:avLst/>
          </a:prstGeom>
          <a:solidFill>
            <a:srgbClr val="96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HDFS Storage</a:t>
            </a:r>
            <a:br/>
            <a:r>
              <a:t>(Batch Data)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572000"/>
            <a:ext cx="2743200" cy="1097280"/>
          </a:xfrm>
          <a:prstGeom prst="roundRect">
            <a:avLst/>
          </a:prstGeom>
          <a:solidFill>
            <a:srgbClr val="FF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Streamlit Dashboard</a:t>
            </a:r>
            <a:br/>
            <a:r>
              <a:t>(Visualization)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48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-&gt; sensors.raw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1488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-&gt;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9202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-&gt; Real-time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01752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95959"/>
                </a:solidFill>
              </a:defRPr>
            </a:pPr>
            <a:r>
              <a:t>-&gt; Batch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595959"/>
                </a:solidFill>
              </a:defRPr>
            </a:pPr>
            <a:r>
              <a:t>Lambda Architecture: Real-time streaming (Kafka) + Batch processing (HDFS) for comprehensive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1. DATA GENERATION (Producer Service)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Synthetic IoT sensors: Temperature (25C +/- 2C) and Vibration (5Hz +/- 2Hz)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Anomaly injection: 5% probability of spikes (+/-15C or +20Hz)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Throughput: ~20 events/second to Kafka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2. STREAM INGESTION (Apache Kafka)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Topic 'sensors.raw': Raw sensor readings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Topic 'sensors.anomalies': Enriched data with ML predictions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3. PROCESSING (Detector Service)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Consumes from sensors.raw, enriches with features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Publishes to sensors.anomalies (real-time path)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Writes batches of 100 records to HDFS (batch path)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4. VISUALIZATION (Streamlit Dashboard)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Real-time monitoring with live charts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Batch analysis from HDFS historical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Machine Learning: Isolation Forest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Algorithm Choice: Isolation Forest (Unsupervised Anomaly Detection)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No labeled data required - learns normal patterns automatically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Efficient for streaming: O(n log n) complexity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Robust to outliers in training data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Feature Engineering (6 features extracted per reading):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rolling_mean: 10-point moving average (trend detection)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rolling_std: 10-point standard deviation (volatility)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velocity: First derivative (rate of change)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acceleration: Second derivative (momentum)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local_z: Z-score normalization (deviation strength)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value: Raw sensor reading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Adaptive Training: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Separate model per sensor type (temperature, vibration)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Retrains every 100 new data points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- Adapts to changing sensor behavior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657600"/>
                <a:gridCol w="4419295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Python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Simulate IoT sensors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Message Broker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Apache Kafka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Real-time stream ingestion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Stream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Python + 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ML-based anomaly detection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Batch Storage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Apache Hadoop HDFS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Historical data warehouse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Streamlit + Plotly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Interactive web dashboard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Orchestration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Docker Compose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595959"/>
                          </a:solidFill>
                        </a:defRPr>
                      </a:pPr>
                      <a:r>
                        <a:t>Container management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Dashboard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TAB 1: Real-Time Monitoring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Live line charts for temperature &amp; vibration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Red markers overlay for anomalies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Configurable refresh rate (0.5-5 sec)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Advanced Feature Visualization: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Bollinger Bands (trend + volatility)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Velocity &amp; acceleration derivatives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Local z-score deviation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TAB 2: Batch Analysis (HDFS)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Historical data from last 5 HDFS files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Raw data table preview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Statistical Analysis: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Value distribution histograms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Normal vs anomalous comparison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Summary statistics by sensor type</a:t>
            </a:r>
          </a:p>
          <a:p>
            <a:pPr>
              <a:spcAft>
                <a:spcPts val="1200"/>
              </a:spcAft>
              <a:defRPr sz="1800">
                <a:solidFill>
                  <a:srgbClr val="595959"/>
                </a:solidFill>
              </a:defRPr>
            </a:pPr>
            <a:r>
              <a:t>   - Feature correlation scatter matrix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Evaluation Criteria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Data Producers (0.5p)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Python synthetic IoT sensor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Data Sources (0.5p)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Temperature &amp; Vibration sensors with anomaly injection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Data Storage (1p)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Apache Hadoop HDFS for batch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776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Data Visualization (1p)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Streamlit dashboard with Plotly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Data Processing (1p)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Real-time (Kafka) + Batch (HDFS) - Lambda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Solution Design (0.5p)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Microservices with Docker Compose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402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Prototype Maturity (0.5p)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Fully automated, single-command deployment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0896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ML Algorithm (1p)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Isolation Forest with adaptive retraining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97764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48235"/>
                </a:solidFill>
              </a:defRPr>
            </a:pPr>
            <a:r>
              <a:t>Project Demo (1p)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Live dashboard with real-time anomaly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Team Composition &amp; Work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Team Members: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Vlad - Dashboard Development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Streamlit web application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Plotly visualizations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HDFS data reader integration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Mihai - Data Producers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Synthetic sensor simulation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Kafka producer implementation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Anomaly injection logic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Darius - Anomaly Detector (Predictor)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Isolation Forest ML model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Feature engineering pipeline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Kafka consumer/producer integration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Joint Effort: Docker infrastructure, integration testing,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Starting the System: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$ docker-compose up --build -d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Demo Flow: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1. Show Docker containers running (all 6 services)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2. Open Dashboard at http://localhost:8501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3. Real-Time Tab: Watch live sensor data streaming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Observe normal readings and anomaly spikes (red markers)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Show advanced feature charts (Bollinger bands, velocity)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4. Batch Analysis Tab: Load historical HDFS data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View raw data table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Show distribution histograms (normal vs anomaly)</a:t>
            </a:r>
          </a:p>
          <a:p>
            <a:pPr>
              <a:spcAft>
                <a:spcPts val="1400"/>
              </a:spcAft>
              <a:defRPr sz="2000">
                <a:solidFill>
                  <a:srgbClr val="595959"/>
                </a:solidFill>
              </a:defRPr>
            </a:pPr>
            <a:r>
              <a:t>      - Display summary statistics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969696"/>
                </a:solidFill>
              </a:defRPr>
            </a:pPr>
            <a:r>
              <a:t>Vlad | Mihai | Darius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